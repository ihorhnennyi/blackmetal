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1C8CFF-888F-ECFF-03BD-C62AC80B4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7B70FC1-4E51-4841-E9CC-DDCF5C1C5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B2358C1-2C0C-7D26-5E06-DF1FDA86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4A1F0D2-526D-5BBA-8FB8-E418B375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30E780C-1BAA-0D86-2EC6-3D656037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1115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74B19A-11F8-3134-3C36-3E1B24DF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DA12CAF-022F-5266-6BA5-CC865898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5973B61-3E61-EA60-D1E9-344578D7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E2C4867-6021-B1CA-F89D-1B001C32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7B5C483-671C-93D9-F8BF-ED9125E1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809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F8011F-0CD4-E7B8-A6B0-F947F5E3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0ACF58A-81AC-E5DD-04DF-13F14C97E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7FC83D5-B15C-3248-9BDE-EE3F6856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EB03FA0-4939-B74B-338B-7E151DC6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DCCDFAE-44DF-8DF7-CA9A-13F7EAAE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892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238D2-60E2-B687-249F-AB0446E3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C20A821-F328-C2B5-AE02-B4EB4F50A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53D72F2-A578-2014-A142-3322A6AD7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FC32683-B7F8-EBE7-5D32-2D3A25AD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5FFA419-44C7-41B1-A512-75D3B691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3F43129-205C-F431-6CD5-D3646F80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825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AE10D-923F-A9D9-893C-19D08CA7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507AA97-DAC5-FE7E-48F4-DAC142A01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A02C9E2-E798-5BCD-B2D5-3D0CF5E8F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E9812FD-CA89-696D-CFDB-A16D1EB17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7FA0A80-8703-18B3-AC18-D8E63409D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DBB8D002-5289-94E9-8E60-DD05E9F8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BFD5136-3FC1-8432-17B9-68E9E95F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013CEFCE-7B08-6725-EC71-196AD544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736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2BFA2-EE67-D52C-0403-E110DF28E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ECF87FC-5FAE-BD37-0035-9693C148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5818CDF-66F0-9D84-9864-397833735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5B07D7A-D95C-7D03-7FC5-C472CB4CA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9581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7E441DAC-72C9-EAE2-AA54-B884FC26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33C304A-9F14-FBC1-A275-838CB47A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AEA627C-671F-0690-9BBB-F6EFB9E2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65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9B3DE-BED3-EA02-5B34-D05AA094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7F83159-0872-9EF8-C72F-33C9284B8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45423C0-DA3E-79FA-6944-7E0E56496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636649F-2391-D7B8-E763-A2AB93A3C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9110143-AF6E-4939-7B13-77F752F80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ADF8D92-C9EE-00D5-E28A-A529DBB0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316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A68E4-74AA-5DE2-110A-F3F7E9E7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446785D-119F-06E0-E0ED-92E097C07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5ADDC91-C291-EB49-1E53-91377882A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BF3E8A0-6673-FABE-CAF9-66CBE7672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E245BEC-8481-DCCB-5EB3-22D8B987B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451C7AF-91F5-2578-857C-99FEA623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812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08EA9-5759-6FFE-3B4E-B157A763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F9797F0-516D-D002-5B14-F57920372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483032-4776-D298-78DE-C93270D9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E2EE2D-3991-EA06-327E-5CD0E90B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9E3B521-F671-71C5-A106-0FA416D2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266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EA4402D9-A969-BC22-7E55-FD4A43528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9155FBB-A3B3-7B71-DC30-FDCA4E6E7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F052897-5372-8C79-A609-5FFCC965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28E6CD1-BB3D-A77A-80CC-1F63A713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D097CC8-B544-13C3-C2B8-FC2EB685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480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FBC37E6-4E50-3A64-C32E-FB6B737A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8D37C3F-D05D-0986-545B-37F917CA3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8C64B27-2909-1E97-EDC4-037BCEBED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3BDE4-A649-42B6-BDB9-23704C041BE4}" type="datetimeFigureOut">
              <a:rPr lang="uk-UA" smtClean="0"/>
              <a:t>27.02.2026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7F1E4AB-3FA9-E92D-5423-9DA08DB97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EE151FC-8D0C-A321-55A4-DBB48A065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66318-F31C-46A5-AAC9-65648FC91DB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722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4D5594-D46A-CB09-E063-BEB99A697D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85" t="28647" r="5990" b="25545"/>
          <a:stretch/>
        </p:blipFill>
        <p:spPr>
          <a:xfrm>
            <a:off x="1330858" y="1094477"/>
            <a:ext cx="9250921" cy="34041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336B09-321C-3309-65B5-9160482814F3}"/>
              </a:ext>
            </a:extLst>
          </p:cNvPr>
          <p:cNvSpPr txBox="1"/>
          <p:nvPr/>
        </p:nvSpPr>
        <p:spPr>
          <a:xfrm>
            <a:off x="2924268" y="2150198"/>
            <a:ext cx="4019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Файли зі старими відомостями та видалити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C782E-84EF-BF9D-ECE4-D39312722266}"/>
              </a:ext>
            </a:extLst>
          </p:cNvPr>
          <p:cNvSpPr txBox="1"/>
          <p:nvPr/>
        </p:nvSpPr>
        <p:spPr>
          <a:xfrm>
            <a:off x="7721096" y="1599705"/>
            <a:ext cx="4019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Назвати «Сертифікат 132 Матеріалознавство»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DDB78-3125-055C-C6C5-776C9F204C18}"/>
              </a:ext>
            </a:extLst>
          </p:cNvPr>
          <p:cNvSpPr txBox="1"/>
          <p:nvPr/>
        </p:nvSpPr>
        <p:spPr>
          <a:xfrm>
            <a:off x="2459524" y="3105834"/>
            <a:ext cx="4019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Назвати «Сертифікат 136 Металургія»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DC53C-64D3-8AB8-2D2A-CB10F400744B}"/>
              </a:ext>
            </a:extLst>
          </p:cNvPr>
          <p:cNvSpPr txBox="1"/>
          <p:nvPr/>
        </p:nvSpPr>
        <p:spPr>
          <a:xfrm>
            <a:off x="5956318" y="3155876"/>
            <a:ext cx="4055952" cy="646331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uk-UA" dirty="0"/>
              <a:t>Відомості про </a:t>
            </a:r>
            <a:r>
              <a:rPr lang="uk-UA" dirty="0" err="1"/>
              <a:t>самооцінювання</a:t>
            </a:r>
            <a:r>
              <a:rPr lang="uk-UA" dirty="0"/>
              <a:t> ОНП 132 Матеріалознавство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6261C-2814-3DB0-1434-33EF5F6C84B4}"/>
              </a:ext>
            </a:extLst>
          </p:cNvPr>
          <p:cNvSpPr txBox="1"/>
          <p:nvPr/>
        </p:nvSpPr>
        <p:spPr>
          <a:xfrm>
            <a:off x="5880225" y="2978591"/>
            <a:ext cx="4019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Розмістити наданий файл</a:t>
            </a:r>
          </a:p>
        </p:txBody>
      </p:sp>
    </p:spTree>
    <p:extLst>
      <p:ext uri="{BB962C8B-B14F-4D97-AF65-F5344CB8AC3E}">
        <p14:creationId xmlns:p14="http://schemas.microsoft.com/office/powerpoint/2010/main" val="38581804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</Words>
  <Application>Microsoft Office PowerPoint</Application>
  <PresentationFormat>Широкий екран</PresentationFormat>
  <Paragraphs>5</Paragraphs>
  <Slides>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</dc:creator>
  <cp:lastModifiedBy>OS</cp:lastModifiedBy>
  <cp:revision>1</cp:revision>
  <dcterms:created xsi:type="dcterms:W3CDTF">2026-02-27T16:38:21Z</dcterms:created>
  <dcterms:modified xsi:type="dcterms:W3CDTF">2026-02-27T16:53:09Z</dcterms:modified>
</cp:coreProperties>
</file>